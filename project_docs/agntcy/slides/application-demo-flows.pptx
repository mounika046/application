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9B1274-B5AA-DADF-D702-401720FC237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4C109-A9CB-1D34-9EC0-E59FBFFF507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08485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C4545"/>
                </a:solidFill>
                <a:latin typeface="Segoe UI"/>
              </a:rPr>
              <a:t>Simple Architecture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50">
                <a:solidFill>
                  <a:srgbClr val="697778"/>
                </a:solidFill>
                <a:latin typeface="Segoe UI"/>
              </a:rPr>
              <a:t>High-level view of the application, the agent layer, the trust layer, and OCI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059"/>
            <a:ext cx="178308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914400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User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1379545"/>
            <a:ext cx="1280160" cy="603504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User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Starts requests
in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093976"/>
            <a:ext cx="1280160" cy="603504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OCR request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Extract text from
a document.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" y="2857500"/>
            <a:ext cx="1286907" cy="914400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Document question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Ask something about
a document.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538" y="3931920"/>
            <a:ext cx="1280160" cy="804672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Comparison request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Compare two
documents.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868680"/>
            <a:ext cx="3749039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59736" y="914400"/>
            <a:ext cx="3493007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Core application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6896" y="1379545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Request routing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Chooses the right flow for OCR,
document, web, or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2241700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Orchestration layer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Handles discovery, trust checks,
agent calls, and final response building.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39" y="3093069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Agent communication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Handles shared transport between
the app, agents, and OCR 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3925172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integration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Connects the app to OCI reasoning,
retrieval, guardrails, and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868680"/>
            <a:ext cx="260604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1656" y="914400"/>
            <a:ext cx="235000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Agent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7" y="1345010"/>
            <a:ext cx="2103120" cy="573407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Document Ingest Agent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Stores document text
for retrieval.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6" y="2081011"/>
            <a:ext cx="2103119" cy="591255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Document Query Agent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Returns grounded answers
from stored documents.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2805827"/>
            <a:ext cx="2103119" cy="570302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Web Search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Retrieves live
web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7" y="3486749"/>
            <a:ext cx="2103119" cy="570301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Comparison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Compares two
documents.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4190611"/>
            <a:ext cx="2103120" cy="611849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OCR Service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Extracts text
from local files.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868680"/>
            <a:ext cx="269748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914400"/>
            <a:ext cx="244144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Trust and service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45168" y="1334446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AGNTCY Directory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Finds the
right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45168" y="2037913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AGNTCY Identity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Verifies trust
before invocation.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5168" y="2761132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Responses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Reasoning, tool
calling, and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45168" y="3466508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OCI Files and Vector Store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Document storage
and retrieval.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5168" y="4181559"/>
            <a:ext cx="2218294" cy="803962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OCI Remote MCP and support tools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External tool access and
supporting OCI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C4545"/>
                </a:solidFill>
                <a:latin typeface="Segoe UI"/>
              </a:rPr>
              <a:t>Application Startup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50">
                <a:solidFill>
                  <a:srgbClr val="697778"/>
                </a:solidFill>
                <a:latin typeface="Segoe UI"/>
              </a:rPr>
              <a:t>What happens when the stack starts, and what becomes available before the first user request.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" y="914400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1. Startup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25296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Start command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docker-compose
up -d --build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25296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Build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Docker builds
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1225296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Start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Containers
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0256" y="1225296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Prepare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Runtime settings
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41664" y="1225296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Ready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App is
ready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1508760"/>
            <a:ext cx="137160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80" y="1508760"/>
            <a:ext cx="155448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64808" y="1508760"/>
            <a:ext cx="155448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86216" y="1508760"/>
            <a:ext cx="155448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2057400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2103120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2. What is ready after startup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395728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Application entry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user can start OCR, document,
comparison, and web requests.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0752" y="2395728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Routing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Each request can go into
the right 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395728"/>
            <a:ext cx="4206240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Configuration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OCI, AGNTCY, OCR, vector store,
and runtime settings are loaded.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383280"/>
            <a:ext cx="114300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" y="3429000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3. Components available in the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67328"/>
            <a:ext cx="1901952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OCR Service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Extracts text
from local files.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06624" y="3767328"/>
            <a:ext cx="2057400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Document Ingest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Stores document text
for retrieval.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28616" y="3767328"/>
            <a:ext cx="2121408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Document Query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Answers from stored
document content.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14616" y="376732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Web Search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Gets live
web results.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53728" y="376732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Comparison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Compares two
documents.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074920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" y="5120640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4. External systems connected to the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13248"/>
            <a:ext cx="1810512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AGNTCY Directory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Agent
discovery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15184" y="5413248"/>
            <a:ext cx="1810512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AGNTCY Identity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Agent
verification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90288" y="5413248"/>
            <a:ext cx="1810512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Responses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Reasoning and
tool calling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5392" y="5413248"/>
            <a:ext cx="2240280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Files + Vector Store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Document storage
and retrieval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88552" y="5413248"/>
            <a:ext cx="1993392" cy="65836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Remote MCP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External
tool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C4545"/>
                </a:solidFill>
                <a:latin typeface="Segoe UI"/>
              </a:rPr>
              <a:t>User Input To Result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50">
                <a:solidFill>
                  <a:srgbClr val="697778"/>
                </a:solidFill>
                <a:latin typeface="Segoe UI"/>
              </a:rPr>
              <a:t>How one request moves through routing, discovery, trust checking, and the matching agent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114300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" y="914400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Shared front half for every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188720"/>
            <a:ext cx="1499616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User input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 request
enters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04288" y="1188720"/>
            <a:ext cx="1664208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Routing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app identifies
the request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1188720"/>
            <a:ext cx="1810512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Discovery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AGNTCY finds a
matching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1755648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Verification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Agent trust
is checked.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1755648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Agent call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selected agent
is invoked.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11887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Result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answer is
returned.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21408" y="1472184"/>
            <a:ext cx="182880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68496" y="1472184"/>
            <a:ext cx="164591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599" y="1472184"/>
            <a:ext cx="182881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82128" y="1472184"/>
            <a:ext cx="256032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93808" y="1472184"/>
            <a:ext cx="256032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5760" y="2057400"/>
            <a:ext cx="36576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2103120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Document question route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395728"/>
            <a:ext cx="3063240" cy="621792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Input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docqa "file.pdf"
|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063240" cy="67665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Document Ingest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Extracts text and stores document
content in OCI retrieval.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96512"/>
            <a:ext cx="3063240" cy="67665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Document Query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Searches the stored document content
and prepares grounded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74336"/>
            <a:ext cx="3063240" cy="694944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Returned answer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 grounded document answer is
returned directly to the user.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94560" y="3017520"/>
            <a:ext cx="0" cy="201168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94560" y="3895344"/>
            <a:ext cx="0" cy="201168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94560" y="4773168"/>
            <a:ext cx="0" cy="201168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24528" y="2057400"/>
            <a:ext cx="36576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52544" y="2103120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Web question route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17136" y="2395728"/>
            <a:ext cx="3063240" cy="621792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Input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 general question that needs
live information.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218688"/>
            <a:ext cx="3063240" cy="67665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Web Search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OCI Responses decides when to call
the remote search tool.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17136" y="4096512"/>
            <a:ext cx="3063240" cy="67665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web result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Grounded live web text comes back
from the tool call.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17136" y="4974336"/>
            <a:ext cx="3063240" cy="694944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Returned answer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app returns the grounded
web result directly.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53328" y="3017520"/>
            <a:ext cx="0" cy="201168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53328" y="3895344"/>
            <a:ext cx="0" cy="201168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53328" y="4773168"/>
            <a:ext cx="0" cy="201168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083296" y="2057400"/>
            <a:ext cx="3712463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11312" y="2103120"/>
            <a:ext cx="3456431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Comparison route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75904" y="2395728"/>
            <a:ext cx="3090672" cy="621792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Input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compare "a.pdf"
with "b.pdf"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75904" y="3218688"/>
            <a:ext cx="3090672" cy="67665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Preparation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Both documents are OCRed
before comparison.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75904" y="4096512"/>
            <a:ext cx="3090672" cy="67665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Comparison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OCI reasoning builds structured
differences and similarities.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75904" y="4974336"/>
            <a:ext cx="3090672" cy="694944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Returned answer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result is formatted into
a clear comparison summary.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21240" y="3017520"/>
            <a:ext cx="0" cy="201168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21240" y="3895344"/>
            <a:ext cx="0" cy="201168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921240" y="4773168"/>
            <a:ext cx="0" cy="201168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11326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C4545"/>
                </a:solidFill>
                <a:latin typeface="Segoe UI"/>
              </a:rPr>
              <a:t>AGNTCY Discovery And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67410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50">
                <a:solidFill>
                  <a:srgbClr val="697778"/>
                </a:solidFill>
                <a:latin typeface="Segoe UI"/>
              </a:rPr>
              <a:t>Example of how the app selects an agent and checks trust before it is allowed to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94733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" y="914400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Example request: compare two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" y="1224496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User request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compare "a.pdf"
with "b.pdf"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216462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Discovery policy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Comparison capabilities
are selected.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188720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Directory search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AGNTCY search
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55664" y="1188720"/>
            <a:ext cx="1810512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Candidate match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 matching comparison
agent is found.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76488" y="1188720"/>
            <a:ext cx="1627632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Select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best match
is chosen.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58568" y="1472184"/>
            <a:ext cx="210312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51960" y="1472184"/>
            <a:ext cx="210312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45352" y="1472184"/>
            <a:ext cx="210312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66176" y="1472184"/>
            <a:ext cx="210312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2103119"/>
            <a:ext cx="11430000" cy="9515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2148840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Record details used in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456986"/>
            <a:ext cx="10835640" cy="450275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Directory record data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Subject id, endpoint, and the hosted identity id are read from the selected AGNTCY record.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" y="3258282"/>
            <a:ext cx="11430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" y="3271331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Trust check sequence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04510"/>
            <a:ext cx="1755648" cy="58521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Start verification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subject enters
the verification step.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15184" y="3636471"/>
            <a:ext cx="1810512" cy="58521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Read identity id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Hosted badge metadata
is used.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636471"/>
            <a:ext cx="1847088" cy="58521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Hosted badge check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The badge must exist
and be valid.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9984" y="3629635"/>
            <a:ext cx="1682496" cy="58521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Trust decision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Verification
passes.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1936" y="3629456"/>
            <a:ext cx="1682496" cy="585216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Allow call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agent can
now run.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59152" y="3897118"/>
            <a:ext cx="219456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43984" y="3929079"/>
            <a:ext cx="219456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10528" y="3941153"/>
            <a:ext cx="219456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12480" y="3929079"/>
            <a:ext cx="219456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60" y="4621182"/>
            <a:ext cx="11430000" cy="10480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9016" y="4677644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Outcome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36678" y="4900385"/>
            <a:ext cx="7543800" cy="489692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 dirty="0">
                <a:solidFill>
                  <a:srgbClr val="3C4545"/>
                </a:solidFill>
                <a:latin typeface="Segoe UI"/>
              </a:rPr>
              <a:t>Comparison invocation continues</a:t>
            </a:r>
          </a:p>
          <a:p>
            <a:pPr algn="l"/>
            <a:r>
              <a:rPr sz="900" dirty="0">
                <a:solidFill>
                  <a:srgbClr val="697778"/>
                </a:solidFill>
                <a:latin typeface="Segoe UI"/>
              </a:rPr>
              <a:t>Only after trust verification succeeds does the app send the prepared payload to the selected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C4545"/>
                </a:solidFill>
                <a:latin typeface="Segoe UI"/>
              </a:rPr>
              <a:t>OCI Generative AI Services Used In The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50">
                <a:solidFill>
                  <a:srgbClr val="697778"/>
                </a:solidFill>
                <a:latin typeface="Segoe UI"/>
              </a:rPr>
              <a:t>Where OCI services are used now, and how each route reaches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" y="914400"/>
            <a:ext cx="111739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Shared entry before OCI service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88720"/>
            <a:ext cx="1481328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User request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 request enters
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0864" y="1188720"/>
            <a:ext cx="1609344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Routing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app chooses
the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51376" y="1188720"/>
            <a:ext cx="1773936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Discovery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 matching agent
is found.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1700784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Verification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Trust is
checked.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188720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Agent call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selected agent
runs.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9696" y="1472184"/>
            <a:ext cx="201168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50208" y="1472184"/>
            <a:ext cx="201168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25312" y="1472184"/>
            <a:ext cx="201168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27264" y="1472184"/>
            <a:ext cx="201167" cy="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205740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2103120"/>
            <a:ext cx="344728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Document route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395728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Document Ingest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Reads the file and
prepares document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45536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Files API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Uploads the document text
as a managed file.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95344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Vector Store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Attaches the file to the
shared vector store.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45152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Vector search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Searches stored content
for matching chunks.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94960"/>
            <a:ext cx="3063240" cy="603504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Responses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Builds the grounded document
answer from retrieved content.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2848" y="2962656"/>
            <a:ext cx="0" cy="18288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12848" y="3712463"/>
            <a:ext cx="0" cy="182881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12848" y="4462272"/>
            <a:ext cx="0" cy="18288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12848" y="5212080"/>
            <a:ext cx="0" cy="18288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51960" y="20574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79976" y="2103120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Web route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53712" y="2596896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Web Search Agent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Prepares a live
web lookup request.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3712" y="3493008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Responses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Decides when to call
the remote tool.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53712" y="4389120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Remote MCP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Calls the hosted
external search tool.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3712" y="5285232"/>
            <a:ext cx="3017520" cy="603504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Grounded web result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The app returns the grounded
web result directly.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62472" y="3163824"/>
            <a:ext cx="0" cy="329184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62472" y="4059936"/>
            <a:ext cx="0" cy="329184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62472" y="4956048"/>
            <a:ext cx="0" cy="329184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092440" y="205740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0456" y="2103120"/>
            <a:ext cx="3447288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C4545"/>
                </a:solidFill>
                <a:latin typeface="Segoe UI"/>
              </a:rPr>
              <a:t>Comparison route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94192" y="2395728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Preparation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Both documents are OCRed
before comparison.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94192" y="3145536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Guardrails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Input and output checks
run around the model.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94192" y="3895344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Embeddings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A similarity score is
calculated for the texts.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94192" y="4645152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Code Interpreter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Extra metrics can be
generated inside OCI.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94192" y="5394960"/>
            <a:ext cx="3063240" cy="603504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 w="15875">
            <a:solidFill>
              <a:srgbClr val="C2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/>
          <a:lstStyle/>
          <a:p>
            <a:pPr algn="l"/>
            <a:r>
              <a:rPr sz="1200" b="1">
                <a:solidFill>
                  <a:srgbClr val="3C4545"/>
                </a:solidFill>
                <a:latin typeface="Segoe UI"/>
              </a:rPr>
              <a:t>OCI Responses</a:t>
            </a:r>
          </a:p>
          <a:p>
            <a:pPr algn="l"/>
            <a:r>
              <a:rPr sz="900">
                <a:solidFill>
                  <a:srgbClr val="697778"/>
                </a:solidFill>
                <a:latin typeface="Segoe UI"/>
              </a:rPr>
              <a:t>Returns the structured
comparison result.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930384" y="2962656"/>
            <a:ext cx="0" cy="18288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930384" y="3712463"/>
            <a:ext cx="0" cy="182881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930384" y="4462272"/>
            <a:ext cx="0" cy="18288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930384" y="5212080"/>
            <a:ext cx="0" cy="182880"/>
          </a:xfrm>
          <a:prstGeom prst="line">
            <a:avLst/>
          </a:prstGeom>
          <a:ln w="2286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1073</Words>
  <Application>Microsoft Office PowerPoint</Application>
  <PresentationFormat>Widescreen</PresentationFormat>
  <Paragraphs>200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Karri Surya Mounika</cp:lastModifiedBy>
  <cp:revision>3</cp:revision>
  <dcterms:created xsi:type="dcterms:W3CDTF">2013-01-27T09:14:16Z</dcterms:created>
  <dcterms:modified xsi:type="dcterms:W3CDTF">2026-04-15T03:23:00Z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Confidential - Oracle Restricted \Employees Only</vt:lpwstr>
  </property>
</Properties>
</file>